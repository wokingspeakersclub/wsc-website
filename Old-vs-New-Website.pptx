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CA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Woking Speakers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new website is worth switching to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25196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side-by-side look at wokingspeakers.org.uk today vs the proposed replacement, with the page facts checked live.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impression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club, two very different opening pitches.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243522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private/tmp/claude-501/-Users-rameezhendricks-Documents-Toastmasters-Toastmasters-Website/5cbc5d63-2f5a-4e0c-a527-5d76ffe362fa/scratchpad/shots/old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5394960" cy="24352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12471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2DCC8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24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SITE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081145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bar repeats the Toastmasters tagline; the photo carries no headline or message of its own.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508760"/>
            <a:ext cx="5394960" cy="243522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/private/tmp/claude-501/-Users-rameezhendricks-Documents-Toastmasters-Toastmasters-Website/5cbc5d63-2f5a-4e0c-a527-5d76ffe362fa/scratchpad/shots/new_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08760"/>
            <a:ext cx="5394960" cy="243522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17920" y="112471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CAA05A"/>
          </a:solidFill>
          <a:ln/>
        </p:spPr>
      </p:sp>
      <p:sp>
        <p:nvSpPr>
          <p:cNvPr id="12" name="Text 8"/>
          <p:cNvSpPr/>
          <p:nvPr/>
        </p:nvSpPr>
        <p:spPr>
          <a:xfrm>
            <a:off x="6217920" y="1124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SITE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217920" y="4081145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speaks directly to a nervous first-timer, with the club's free, no-pressure offer right under it.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next meeting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useful fact for a first-time visitor — when and where the next meeting 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private/tmp/claude-501/-Users-rameezhendricks-Documents-Toastmasters-Toastmasters-Website/5cbc5d63-2f5a-4e0c-a527-5d76ffe362fa/scratchpad/shots/old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61185"/>
            <a:ext cx="5212080" cy="9410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30759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2DCC8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3075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SITE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320040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on the homepage.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“Meetings” opens a 4-item submenu (Venue, A Typical Meeting, Calendar, Toastmaster Tips) — the date is two clicks deep, on the Calendar page.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394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/private/tmp/claude-501/-Users-rameezhendricks-Documents-Toastmasters-Toastmasters-Website/5cbc5d63-2f5a-4e0c-a527-5d76ffe362fa/scratchpad/shots/new_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87404"/>
            <a:ext cx="5212080" cy="488633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17920" y="130759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CAA05A"/>
          </a:solidFill>
          <a:ln/>
        </p:spPr>
      </p:sp>
      <p:sp>
        <p:nvSpPr>
          <p:cNvPr id="12" name="Text 8"/>
          <p:cNvSpPr/>
          <p:nvPr/>
        </p:nvSpPr>
        <p:spPr>
          <a:xfrm>
            <a:off x="6217920" y="13075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SITE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217920" y="320040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banner, visible immediately.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time and a live countdown (“In 9 days”) sit above the nav on every page, with a one-click link to come along.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invitation to visit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are welcome on both sites — the question is whether a visitor actually notices that.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private/tmp/claude-501/-Users-rameezhendricks-Documents-Toastmasters-Toastmasters-Website/5cbc5d63-2f5a-4e0c-a527-5d76ffe362fa/scratchpad/shots/old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61185"/>
            <a:ext cx="5212080" cy="9410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30759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2DCC8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3075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SITE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320040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 I Join?” sits in the nav bar,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size and weight as “Links” or “FAQs”. The free, no-pressure reassurance is written in a paragraph further down the page.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394960" cy="1280160"/>
          </a:xfrm>
          <a:prstGeom prst="rect">
            <a:avLst/>
          </a:prstGeom>
          <a:solidFill>
            <a:srgbClr val="1C2541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/private/tmp/claude-501/-Users-rameezhendricks-Documents-Toastmasters-Toastmasters-Website/5cbc5d63-2f5a-4e0c-a527-5d76ffe362fa/scratchpad/shots/new_c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1874520"/>
            <a:ext cx="3962400" cy="9144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17920" y="130759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CAA05A"/>
          </a:solidFill>
          <a:ln/>
        </p:spPr>
      </p:sp>
      <p:sp>
        <p:nvSpPr>
          <p:cNvPr id="12" name="Text 8"/>
          <p:cNvSpPr/>
          <p:nvPr/>
        </p:nvSpPr>
        <p:spPr>
          <a:xfrm>
            <a:off x="6217920" y="13075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SITE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217920" y="320040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clear buttons.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primary, free call to action, plus a lower-pressure “See what happens” for the still-curious — both inside the hero, no scrolling needed.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actually running behind the page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live with the browser's network panel on both sites — this isn't a guess.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51B3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SITE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requests on page load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4617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separate JS libraries loaded, including two competing UI frameworks (Bootstrap and Materialize) at once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 is broken: an insecure http:// font request returns a 503 error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invisible third-party tracking pixel (StatCounter) fires on every visit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CAA05A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29400" y="21945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3A2C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629400" y="3017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3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requests on page load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29400" y="3474720"/>
            <a:ext cx="4617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2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JS frameworks — plain HTML and CSS, nothing to patch or go out of date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2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third-party trackers or analytics scripts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2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broken — every request returns a clean 200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case in short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058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land on a clearer pitch and find the next meeting date instantly, instead of digging through a submenu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invitation to attend is two obvious buttons, not a nav-bar link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site runs on 4 requests and no third-party code, versus 35 requests, 9 legacy libraries, a broken request, and a hidden tracker on the old one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to break, less to maintain, nothing for a future volunteer to untangle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937760"/>
            <a:ext cx="10424160" cy="1143000"/>
          </a:xfrm>
          <a:prstGeom prst="roundRect">
            <a:avLst>
              <a:gd name="adj" fmla="val 6400"/>
            </a:avLst>
          </a:prstGeom>
          <a:solidFill>
            <a:srgbClr val="CAA05A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4937760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approve switching wokingspeakers.org.uk to the new site.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Old site vs new site</dc:title>
  <dc:subject>PptxGenJS Presentation</dc:subject>
  <dc:creator>Woking Speakers</dc:creator>
  <cp:lastModifiedBy>Woking Speakers</cp:lastModifiedBy>
  <cp:revision>1</cp:revision>
  <dcterms:created xsi:type="dcterms:W3CDTF">2026-06-30T21:52:30Z</dcterms:created>
  <dcterms:modified xsi:type="dcterms:W3CDTF">2026-06-30T21:52:30Z</dcterms:modified>
</cp:coreProperties>
</file>